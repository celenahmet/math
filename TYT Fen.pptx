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63" r:id="rId3"/>
    <p:sldId id="264" r:id="rId4"/>
    <p:sldId id="265" r:id="rId5"/>
    <p:sldId id="266" r:id="rId6"/>
  </p:sldIdLst>
  <p:sldSz cx="6858000" cy="9144000" type="screen4x3"/>
  <p:notesSz cx="6858000" cy="987266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22C06D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474" y="2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45281-DC67-4202-A19D-0544AF49671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2041525" y="739775"/>
            <a:ext cx="2774950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689515"/>
            <a:ext cx="548640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71800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9377316"/>
            <a:ext cx="2971800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25413-CA8C-48A5-BF34-1A0EEAAE6C6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745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2041525" y="739775"/>
            <a:ext cx="2774950" cy="3703638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4AA72-AC16-4335-9684-B0E851F65EB8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9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06.09.2020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etin kutusu 26"/>
          <p:cNvSpPr txBox="1"/>
          <p:nvPr/>
        </p:nvSpPr>
        <p:spPr>
          <a:xfrm>
            <a:off x="44624" y="447799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080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3.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61" name="Dikdörtgen 60"/>
          <p:cNvSpPr/>
          <p:nvPr/>
        </p:nvSpPr>
        <p:spPr>
          <a:xfrm>
            <a:off x="2684642" y="19683"/>
            <a:ext cx="132440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AHMET ÇELEN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bject 3"/>
          <p:cNvSpPr/>
          <p:nvPr/>
        </p:nvSpPr>
        <p:spPr>
          <a:xfrm>
            <a:off x="156139" y="36127"/>
            <a:ext cx="6590146" cy="3594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TYT/ Fen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19" name="Metin kutusu 118"/>
          <p:cNvSpPr txBox="1"/>
          <p:nvPr/>
        </p:nvSpPr>
        <p:spPr>
          <a:xfrm>
            <a:off x="2137426" y="52667"/>
            <a:ext cx="265972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5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</a:t>
            </a: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080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4.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43229"/>
            <a:ext cx="1500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 ÇELEN</a:t>
            </a:r>
          </a:p>
        </p:txBody>
      </p:sp>
    </p:spTree>
    <p:extLst>
      <p:ext uri="{BB962C8B-B14F-4D97-AF65-F5344CB8AC3E}">
        <p14:creationId xmlns:p14="http://schemas.microsoft.com/office/powerpoint/2010/main" val="137655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5</a:t>
            </a:r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080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7.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TYT/ Fen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6.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080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8.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Ahmetcelen.com.tr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1" name="Metin kutusu 50"/>
          <p:cNvSpPr txBox="1"/>
          <p:nvPr/>
        </p:nvSpPr>
        <p:spPr>
          <a:xfrm>
            <a:off x="2118576" y="93965"/>
            <a:ext cx="2624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</a:p>
        </p:txBody>
      </p:sp>
    </p:spTree>
    <p:extLst>
      <p:ext uri="{BB962C8B-B14F-4D97-AF65-F5344CB8AC3E}">
        <p14:creationId xmlns:p14="http://schemas.microsoft.com/office/powerpoint/2010/main" val="350007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9</a:t>
            </a:r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817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11.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TYT/ Fen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10.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12.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 ÇELEN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/>
          <p:cNvSpPr txBox="1"/>
          <p:nvPr/>
        </p:nvSpPr>
        <p:spPr>
          <a:xfrm>
            <a:off x="2118576" y="93965"/>
            <a:ext cx="2624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</a:p>
        </p:txBody>
      </p:sp>
    </p:spTree>
    <p:extLst>
      <p:ext uri="{BB962C8B-B14F-4D97-AF65-F5344CB8AC3E}">
        <p14:creationId xmlns:p14="http://schemas.microsoft.com/office/powerpoint/2010/main" val="194978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13.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15.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TYT/ Fen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14.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Ahmetcelen.com.tr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1" name="Metin kutusu 50"/>
          <p:cNvSpPr txBox="1"/>
          <p:nvPr/>
        </p:nvSpPr>
        <p:spPr>
          <a:xfrm>
            <a:off x="2118576" y="93965"/>
            <a:ext cx="2624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</a:p>
        </p:txBody>
      </p:sp>
      <p:pic>
        <p:nvPicPr>
          <p:cNvPr id="1026" name="Picture 2" descr="C:\Users\Pc\AppData\Local\Microsoft\Windows\Temporary Internet Files\Content.IE5\GRK5B6ZB\chalkboard-152414_640[1]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360" y="509354"/>
            <a:ext cx="2861020" cy="276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" name="Metin kutusu 123"/>
          <p:cNvSpPr txBox="1"/>
          <p:nvPr/>
        </p:nvSpPr>
        <p:spPr>
          <a:xfrm>
            <a:off x="3933056" y="647710"/>
            <a:ext cx="25202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tr-TR" sz="900" b="1" u="sng" dirty="0" smtClean="0">
                <a:solidFill>
                  <a:schemeClr val="bg1"/>
                </a:solidFill>
                <a:latin typeface="Antropos" panose="00000900000000000000" pitchFamily="2" charset="0"/>
                <a:ea typeface="Adobe Gothic Std B" pitchFamily="34" charset="-128"/>
              </a:rPr>
              <a:t>ENERJİ VERİCİ olan </a:t>
            </a:r>
            <a:r>
              <a:rPr lang="tr-TR" sz="900" dirty="0" smtClean="0">
                <a:solidFill>
                  <a:schemeClr val="bg1"/>
                </a:solidFill>
                <a:latin typeface="Antropos" panose="00000900000000000000" pitchFamily="2" charset="0"/>
                <a:ea typeface="Adobe Gothic Std B" pitchFamily="34" charset="-128"/>
              </a:rPr>
              <a:t>BESİNLERİN insan Vücudunda KULLANIM SIRASINI </a:t>
            </a:r>
            <a:r>
              <a:rPr lang="tr-TR" sz="900" u="sng" dirty="0" smtClean="0">
                <a:solidFill>
                  <a:schemeClr val="bg1"/>
                </a:solidFill>
                <a:latin typeface="Antropos" panose="00000900000000000000" pitchFamily="2" charset="0"/>
                <a:ea typeface="Adobe Gothic Std B" pitchFamily="34" charset="-128"/>
              </a:rPr>
              <a:t>İLKTEN SONA DOĞRU </a:t>
            </a:r>
            <a:r>
              <a:rPr lang="tr-TR" sz="900" dirty="0" smtClean="0">
                <a:solidFill>
                  <a:schemeClr val="bg1"/>
                </a:solidFill>
                <a:latin typeface="Antropos" panose="00000900000000000000" pitchFamily="2" charset="0"/>
                <a:ea typeface="Adobe Gothic Std B" pitchFamily="34" charset="-128"/>
              </a:rPr>
              <a:t>sıralayınız.</a:t>
            </a:r>
          </a:p>
          <a:p>
            <a:pPr marL="228600" indent="-228600">
              <a:buAutoNum type="arabicParenR"/>
            </a:pPr>
            <a:endParaRPr lang="tr-TR" sz="900" dirty="0">
              <a:solidFill>
                <a:schemeClr val="bg1"/>
              </a:solidFill>
              <a:latin typeface="Antropos" panose="00000900000000000000" pitchFamily="2" charset="0"/>
              <a:ea typeface="Adobe Gothic Std B" pitchFamily="34" charset="-128"/>
            </a:endParaRPr>
          </a:p>
          <a:p>
            <a:r>
              <a:rPr lang="tr-TR" sz="900" dirty="0" smtClean="0">
                <a:solidFill>
                  <a:schemeClr val="bg1"/>
                </a:solidFill>
                <a:latin typeface="Antropos" panose="00000900000000000000" pitchFamily="2" charset="0"/>
                <a:ea typeface="Adobe Gothic Std B" pitchFamily="34" charset="-128"/>
              </a:rPr>
              <a:t>Sıralanacaklar : </a:t>
            </a:r>
          </a:p>
          <a:p>
            <a:endParaRPr lang="tr-TR" sz="900" dirty="0">
              <a:solidFill>
                <a:schemeClr val="bg1"/>
              </a:solidFill>
              <a:latin typeface="Antropos" panose="00000900000000000000" pitchFamily="2" charset="0"/>
              <a:ea typeface="Adobe Gothic Std B" pitchFamily="34" charset="-128"/>
            </a:endParaRPr>
          </a:p>
          <a:p>
            <a:r>
              <a:rPr lang="tr-TR" sz="900" dirty="0" smtClean="0">
                <a:solidFill>
                  <a:srgbClr val="FFFF00"/>
                </a:solidFill>
                <a:latin typeface="Antropos" panose="00000900000000000000" pitchFamily="2" charset="0"/>
                <a:ea typeface="Adobe Gothic Std B" pitchFamily="34" charset="-128"/>
              </a:rPr>
              <a:t>karbonhidratlar, yağlar, </a:t>
            </a:r>
          </a:p>
          <a:p>
            <a:r>
              <a:rPr lang="tr-TR" sz="900" dirty="0" smtClean="0">
                <a:solidFill>
                  <a:srgbClr val="FFFF00"/>
                </a:solidFill>
                <a:latin typeface="Antropos" panose="00000900000000000000" pitchFamily="2" charset="0"/>
                <a:ea typeface="Adobe Gothic Std B" pitchFamily="34" charset="-128"/>
              </a:rPr>
              <a:t>proteinler, vitaminler</a:t>
            </a:r>
          </a:p>
          <a:p>
            <a:endParaRPr lang="tr-TR" sz="900" dirty="0">
              <a:solidFill>
                <a:schemeClr val="bg1"/>
              </a:solidFill>
              <a:latin typeface="Antropos" panose="00000900000000000000" pitchFamily="2" charset="0"/>
              <a:ea typeface="Adobe Gothic Std B" pitchFamily="34" charset="-128"/>
            </a:endParaRPr>
          </a:p>
          <a:p>
            <a:r>
              <a:rPr lang="tr-TR" sz="900" dirty="0" smtClean="0">
                <a:solidFill>
                  <a:schemeClr val="bg1"/>
                </a:solidFill>
                <a:latin typeface="Antropos" panose="00000900000000000000" pitchFamily="2" charset="0"/>
                <a:ea typeface="Adobe Gothic Std B" pitchFamily="34" charset="-128"/>
              </a:rPr>
              <a:t>2) UZUN SÜRE AÇ KALAN BİR İNSANIN PROTEİN ÇEŞİTLERİNDEN</a:t>
            </a:r>
          </a:p>
          <a:p>
            <a:r>
              <a:rPr lang="tr-TR" sz="900" dirty="0" smtClean="0">
                <a:solidFill>
                  <a:schemeClr val="bg1"/>
                </a:solidFill>
                <a:latin typeface="Antropos" panose="00000900000000000000" pitchFamily="2" charset="0"/>
                <a:ea typeface="Adobe Gothic Std B" pitchFamily="34" charset="-128"/>
              </a:rPr>
              <a:t>(</a:t>
            </a:r>
            <a:r>
              <a:rPr lang="tr-TR" sz="900" dirty="0" smtClean="0">
                <a:solidFill>
                  <a:srgbClr val="FFFF00"/>
                </a:solidFill>
                <a:latin typeface="Antropos" panose="00000900000000000000" pitchFamily="2" charset="0"/>
                <a:ea typeface="Adobe Gothic Std B" pitchFamily="34" charset="-128"/>
              </a:rPr>
              <a:t>SİNİR, KAS, EŞEYSEL</a:t>
            </a:r>
            <a:r>
              <a:rPr lang="tr-TR" sz="900" dirty="0" smtClean="0">
                <a:solidFill>
                  <a:schemeClr val="bg1"/>
                </a:solidFill>
                <a:latin typeface="Antropos" panose="00000900000000000000" pitchFamily="2" charset="0"/>
                <a:ea typeface="Adobe Gothic Std B" pitchFamily="34" charset="-128"/>
              </a:rPr>
              <a:t>) KULLANIM </a:t>
            </a:r>
          </a:p>
          <a:p>
            <a:r>
              <a:rPr lang="tr-TR" sz="900" dirty="0" smtClean="0">
                <a:solidFill>
                  <a:schemeClr val="bg1"/>
                </a:solidFill>
                <a:latin typeface="Antropos" panose="00000900000000000000" pitchFamily="2" charset="0"/>
                <a:ea typeface="Adobe Gothic Std B" pitchFamily="34" charset="-128"/>
              </a:rPr>
              <a:t>SIRASINI </a:t>
            </a:r>
            <a:r>
              <a:rPr lang="tr-TR" sz="900" u="sng" dirty="0" smtClean="0">
                <a:solidFill>
                  <a:schemeClr val="bg1"/>
                </a:solidFill>
                <a:latin typeface="Antropos" panose="00000900000000000000" pitchFamily="2" charset="0"/>
                <a:ea typeface="Adobe Gothic Std B" pitchFamily="34" charset="-128"/>
              </a:rPr>
              <a:t>ilkten sona doğru</a:t>
            </a:r>
            <a:r>
              <a:rPr lang="tr-TR" sz="900" dirty="0" smtClean="0">
                <a:solidFill>
                  <a:schemeClr val="bg1"/>
                </a:solidFill>
                <a:latin typeface="Antropos" panose="00000900000000000000" pitchFamily="2" charset="0"/>
                <a:ea typeface="Adobe Gothic Std B" pitchFamily="34" charset="-128"/>
              </a:rPr>
              <a:t> sıralayın.</a:t>
            </a:r>
          </a:p>
        </p:txBody>
      </p:sp>
      <p:sp>
        <p:nvSpPr>
          <p:cNvPr id="45" name="Metin kutusu 44"/>
          <p:cNvSpPr txBox="1"/>
          <p:nvPr/>
        </p:nvSpPr>
        <p:spPr>
          <a:xfrm>
            <a:off x="3585340" y="3347864"/>
            <a:ext cx="315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Öğretmen Sedef Hanımın yazdığı sorunun her iki sorunun da doğru cevabı hangisidir?</a:t>
            </a:r>
          </a:p>
        </p:txBody>
      </p:sp>
      <p:sp>
        <p:nvSpPr>
          <p:cNvPr id="46" name="Metin kutusu 45"/>
          <p:cNvSpPr txBox="1"/>
          <p:nvPr/>
        </p:nvSpPr>
        <p:spPr>
          <a:xfrm>
            <a:off x="3585339" y="3851920"/>
            <a:ext cx="31555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lphaUcParenR"/>
            </a:pP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 :  Vitaminler, Karbonhidratlar, Yağlar</a:t>
            </a:r>
          </a:p>
          <a:p>
            <a:pPr marL="228600" indent="-228600">
              <a:buAutoNum type="alphaUcParenR"/>
            </a:pPr>
            <a:endParaRPr lang="tr-TR" sz="1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2 :  Kullanım sıraları fark etmez.</a:t>
            </a:r>
          </a:p>
          <a:p>
            <a:endParaRPr lang="tr-TR" sz="1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tr-T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B)    1 </a:t>
            </a:r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 </a:t>
            </a: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Karbonhidratlar, Vitaminler, Yağlar</a:t>
            </a:r>
            <a:endParaRPr lang="tr-T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28600" indent="-228600">
              <a:buAutoNum type="alphaUcParenR"/>
            </a:pPr>
            <a:endParaRPr lang="tr-T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2 :  </a:t>
            </a: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Sinir, Kas, Eşeysel</a:t>
            </a:r>
          </a:p>
          <a:p>
            <a:endParaRPr lang="tr-T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tr-TR" sz="1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C)    1 </a:t>
            </a:r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 </a:t>
            </a: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Karbonhidratlar, Yağlar, Proteinler</a:t>
            </a:r>
            <a:endParaRPr lang="tr-T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28600" indent="-228600">
              <a:buAutoNum type="alphaUcParenR"/>
            </a:pPr>
            <a:endParaRPr lang="tr-T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2 :  </a:t>
            </a: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Eşeysel, Sinir, Kas </a:t>
            </a:r>
          </a:p>
          <a:p>
            <a:endParaRPr lang="tr-TR" sz="1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tr-TR" sz="1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D)    1 </a:t>
            </a:r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 Karbonhidrat, </a:t>
            </a: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Yağ, </a:t>
            </a:r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Protein</a:t>
            </a:r>
          </a:p>
          <a:p>
            <a:pPr marL="228600" indent="-228600">
              <a:buAutoNum type="alphaUcParenR"/>
            </a:pPr>
            <a:endParaRPr lang="tr-T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2 :  </a:t>
            </a: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Kullanım sıraları fark etmez. Eşeysel kullanılmaz.</a:t>
            </a:r>
          </a:p>
          <a:p>
            <a:endParaRPr lang="tr-T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tr-TR" sz="1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E) </a:t>
            </a:r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 :  Karbonhidratlar, Yağlar, </a:t>
            </a:r>
            <a:r>
              <a:rPr lang="tr-TR" sz="10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Proteinler,Vitaminler</a:t>
            </a:r>
            <a:endParaRPr lang="tr-T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28600" indent="-228600">
              <a:buAutoNum type="alphaUcParenR"/>
            </a:pPr>
            <a:endParaRPr lang="tr-T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tr-T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2 :  </a:t>
            </a:r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Kas = Sinir en son eşeysel</a:t>
            </a:r>
            <a:endParaRPr lang="tr-T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tr-TR" sz="1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55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/>
          <p:cNvSpPr/>
          <p:nvPr/>
        </p:nvSpPr>
        <p:spPr>
          <a:xfrm>
            <a:off x="156139" y="36127"/>
            <a:ext cx="6590146" cy="395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Metin kutusu 26"/>
          <p:cNvSpPr txBox="1"/>
          <p:nvPr/>
        </p:nvSpPr>
        <p:spPr>
          <a:xfrm>
            <a:off x="44624" y="44779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17.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49" name="Dikdörtgen 2048"/>
          <p:cNvSpPr/>
          <p:nvPr/>
        </p:nvSpPr>
        <p:spPr>
          <a:xfrm>
            <a:off x="3287360" y="8668741"/>
            <a:ext cx="28245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tr-TR" sz="15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53" name="Dikdörtgen 2052"/>
          <p:cNvSpPr/>
          <p:nvPr/>
        </p:nvSpPr>
        <p:spPr>
          <a:xfrm>
            <a:off x="3425215" y="435436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tr-TR" sz="1400" b="1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477" y="8772830"/>
            <a:ext cx="200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Dikdörtgen 12"/>
          <p:cNvSpPr/>
          <p:nvPr/>
        </p:nvSpPr>
        <p:spPr>
          <a:xfrm>
            <a:off x="2395607" y="7273127"/>
            <a:ext cx="561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b="1" dirty="0" smtClean="0">
                <a:solidFill>
                  <a:schemeClr val="bg1"/>
                </a:solidFill>
                <a:latin typeface="Akrobat Bold" pitchFamily="50" charset="0"/>
              </a:rPr>
              <a:t>1</a:t>
            </a:r>
            <a:endParaRPr lang="tr-TR" sz="2800" b="1" dirty="0">
              <a:solidFill>
                <a:schemeClr val="bg1"/>
              </a:solidFill>
              <a:latin typeface="Akrobat Bold" pitchFamily="50" charset="0"/>
            </a:endParaRPr>
          </a:p>
        </p:txBody>
      </p:sp>
      <p:sp>
        <p:nvSpPr>
          <p:cNvPr id="2067" name="Dikdörtgen 2066"/>
          <p:cNvSpPr/>
          <p:nvPr/>
        </p:nvSpPr>
        <p:spPr>
          <a:xfrm>
            <a:off x="0" y="19683"/>
            <a:ext cx="168661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TYT/AYT Matematik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2" name="Dikdörtgen 61"/>
          <p:cNvSpPr/>
          <p:nvPr/>
        </p:nvSpPr>
        <p:spPr>
          <a:xfrm>
            <a:off x="4962482" y="19683"/>
            <a:ext cx="170687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5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Yeni Nesil Sorularım</a:t>
            </a:r>
            <a:endParaRPr lang="tr-TR" sz="15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3412489" y="447799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19.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Metin kutusu 30"/>
          <p:cNvSpPr txBox="1"/>
          <p:nvPr/>
        </p:nvSpPr>
        <p:spPr>
          <a:xfrm>
            <a:off x="260234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70" name="Metin kutusu 69"/>
          <p:cNvSpPr txBox="1"/>
          <p:nvPr/>
        </p:nvSpPr>
        <p:spPr>
          <a:xfrm>
            <a:off x="5085184" y="4627894"/>
            <a:ext cx="1863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sp>
        <p:nvSpPr>
          <p:cNvPr id="72" name="Metin kutusu 71"/>
          <p:cNvSpPr txBox="1"/>
          <p:nvPr/>
        </p:nvSpPr>
        <p:spPr>
          <a:xfrm>
            <a:off x="5661248" y="4649891"/>
            <a:ext cx="71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>
                <a:solidFill>
                  <a:schemeClr val="bg1"/>
                </a:solidFill>
              </a:rPr>
              <a:t>+</a:t>
            </a:r>
            <a:endParaRPr lang="tr-TR" sz="1200" dirty="0">
              <a:solidFill>
                <a:schemeClr val="bg1"/>
              </a:solidFill>
            </a:endParaRPr>
          </a:p>
        </p:txBody>
      </p:sp>
      <p:cxnSp>
        <p:nvCxnSpPr>
          <p:cNvPr id="11" name="Düz Bağlayıcı 10"/>
          <p:cNvCxnSpPr/>
          <p:nvPr/>
        </p:nvCxnSpPr>
        <p:spPr>
          <a:xfrm>
            <a:off x="3412489" y="467544"/>
            <a:ext cx="0" cy="296387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Metin kutusu 90"/>
          <p:cNvSpPr txBox="1"/>
          <p:nvPr/>
        </p:nvSpPr>
        <p:spPr>
          <a:xfrm>
            <a:off x="156139" y="72371"/>
            <a:ext cx="190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 TYT/ Fen</a:t>
            </a:r>
          </a:p>
        </p:txBody>
      </p:sp>
      <p:sp>
        <p:nvSpPr>
          <p:cNvPr id="110" name="Metin kutusu 109"/>
          <p:cNvSpPr txBox="1"/>
          <p:nvPr/>
        </p:nvSpPr>
        <p:spPr>
          <a:xfrm>
            <a:off x="4797152" y="87759"/>
            <a:ext cx="19491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Sınav Numarası </a:t>
            </a:r>
          </a:p>
        </p:txBody>
      </p:sp>
      <p:sp>
        <p:nvSpPr>
          <p:cNvPr id="112" name="object 3"/>
          <p:cNvSpPr/>
          <p:nvPr/>
        </p:nvSpPr>
        <p:spPr>
          <a:xfrm>
            <a:off x="236790" y="867645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"/>
          <p:cNvSpPr/>
          <p:nvPr/>
        </p:nvSpPr>
        <p:spPr>
          <a:xfrm>
            <a:off x="230036" y="8991906"/>
            <a:ext cx="6371590" cy="0"/>
          </a:xfrm>
          <a:custGeom>
            <a:avLst/>
            <a:gdLst/>
            <a:ahLst/>
            <a:cxnLst/>
            <a:rect l="l" t="t" r="r" b="b"/>
            <a:pathLst>
              <a:path w="6371590">
                <a:moveTo>
                  <a:pt x="0" y="0"/>
                </a:moveTo>
                <a:lnTo>
                  <a:pt x="6371590" y="0"/>
                </a:lnTo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4" name="Düz Bağlayıcı 113"/>
          <p:cNvCxnSpPr>
            <a:endCxn id="2049" idx="0"/>
          </p:cNvCxnSpPr>
          <p:nvPr/>
        </p:nvCxnSpPr>
        <p:spPr>
          <a:xfrm>
            <a:off x="3428585" y="4994175"/>
            <a:ext cx="0" cy="36745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Metin kutusu 115"/>
          <p:cNvSpPr txBox="1"/>
          <p:nvPr/>
        </p:nvSpPr>
        <p:spPr>
          <a:xfrm>
            <a:off x="340950" y="481183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17" name="Metin kutusu 116"/>
          <p:cNvSpPr txBox="1"/>
          <p:nvPr/>
        </p:nvSpPr>
        <p:spPr>
          <a:xfrm>
            <a:off x="92576" y="4757245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18.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Metin kutusu 119"/>
          <p:cNvSpPr txBox="1"/>
          <p:nvPr/>
        </p:nvSpPr>
        <p:spPr>
          <a:xfrm>
            <a:off x="234108" y="8710103"/>
            <a:ext cx="3229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AYT Matematik Denemesi 01 – ahmetcelen.com.tr</a:t>
            </a:r>
          </a:p>
        </p:txBody>
      </p:sp>
      <p:sp>
        <p:nvSpPr>
          <p:cNvPr id="121" name="Metin kutusu 120"/>
          <p:cNvSpPr txBox="1"/>
          <p:nvPr/>
        </p:nvSpPr>
        <p:spPr>
          <a:xfrm>
            <a:off x="3440313" y="8724281"/>
            <a:ext cx="327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0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Diğer sayfaya geçiniz.</a:t>
            </a:r>
          </a:p>
        </p:txBody>
      </p:sp>
      <p:sp>
        <p:nvSpPr>
          <p:cNvPr id="122" name="Dikdörtgen 121"/>
          <p:cNvSpPr/>
          <p:nvPr/>
        </p:nvSpPr>
        <p:spPr>
          <a:xfrm>
            <a:off x="3455897" y="4757245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20.</a:t>
            </a:r>
            <a:endParaRPr lang="tr-TR" sz="1400" b="1" dirty="0">
              <a:solidFill>
                <a:schemeClr val="tx1">
                  <a:lumMod val="85000"/>
                  <a:lumOff val="1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064" name="Aşağı Şerit 2063"/>
          <p:cNvSpPr/>
          <p:nvPr/>
        </p:nvSpPr>
        <p:spPr>
          <a:xfrm>
            <a:off x="3140968" y="8702878"/>
            <a:ext cx="579730" cy="289028"/>
          </a:xfrm>
          <a:prstGeom prst="ribbon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3" name="Metin kutusu 122"/>
          <p:cNvSpPr txBox="1"/>
          <p:nvPr/>
        </p:nvSpPr>
        <p:spPr>
          <a:xfrm>
            <a:off x="3140968" y="8713331"/>
            <a:ext cx="57972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700" b="1" dirty="0" smtClean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4" name="Metin kutusu 123"/>
          <p:cNvSpPr txBox="1"/>
          <p:nvPr/>
        </p:nvSpPr>
        <p:spPr>
          <a:xfrm>
            <a:off x="3648970" y="509355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125" name="Metin kutusu 124"/>
          <p:cNvSpPr txBox="1"/>
          <p:nvPr/>
        </p:nvSpPr>
        <p:spPr>
          <a:xfrm>
            <a:off x="3720698" y="4818801"/>
            <a:ext cx="315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xx</a:t>
            </a:r>
          </a:p>
        </p:txBody>
      </p:sp>
      <p:sp>
        <p:nvSpPr>
          <p:cNvPr id="37" name="Metin kutusu 36"/>
          <p:cNvSpPr txBox="1"/>
          <p:nvPr/>
        </p:nvSpPr>
        <p:spPr>
          <a:xfrm rot="16200000">
            <a:off x="2672276" y="4050923"/>
            <a:ext cx="1500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AHMET ÇELEN</a:t>
            </a: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84" y="30079"/>
            <a:ext cx="2697226" cy="407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Yuvarlatılmış Çapraz Köşeli Dikdörtgen 5"/>
          <p:cNvSpPr/>
          <p:nvPr/>
        </p:nvSpPr>
        <p:spPr>
          <a:xfrm>
            <a:off x="2118224" y="29851"/>
            <a:ext cx="2625218" cy="395197"/>
          </a:xfrm>
          <a:prstGeom prst="round2Diag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Metin kutusu 31"/>
          <p:cNvSpPr txBox="1"/>
          <p:nvPr/>
        </p:nvSpPr>
        <p:spPr>
          <a:xfrm>
            <a:off x="2118576" y="93965"/>
            <a:ext cx="2624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3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</a:p>
        </p:txBody>
      </p:sp>
    </p:spTree>
    <p:extLst>
      <p:ext uri="{BB962C8B-B14F-4D97-AF65-F5344CB8AC3E}">
        <p14:creationId xmlns:p14="http://schemas.microsoft.com/office/powerpoint/2010/main" val="132310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2157</TotalTime>
  <Words>359</Words>
  <Application>Microsoft Office PowerPoint</Application>
  <PresentationFormat>Ekran Gösterisi (4:3)</PresentationFormat>
  <Paragraphs>142</Paragraphs>
  <Slides>5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6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Pc</dc:creator>
  <cp:lastModifiedBy>Pc</cp:lastModifiedBy>
  <cp:revision>114</cp:revision>
  <cp:lastPrinted>2020-06-28T19:34:39Z</cp:lastPrinted>
  <dcterms:created xsi:type="dcterms:W3CDTF">2020-03-30T13:39:30Z</dcterms:created>
  <dcterms:modified xsi:type="dcterms:W3CDTF">2020-09-06T18:14:20Z</dcterms:modified>
</cp:coreProperties>
</file>