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2" r:id="rId2"/>
  </p:sldIdLst>
  <p:sldSz cx="9144000" cy="6858000" type="screen4x3"/>
  <p:notesSz cx="9872663" cy="6858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2" autoAdjust="0"/>
    <p:restoredTop sz="96459" autoAdjust="0"/>
  </p:normalViewPr>
  <p:slideViewPr>
    <p:cSldViewPr>
      <p:cViewPr varScale="1">
        <p:scale>
          <a:sx n="103" d="100"/>
          <a:sy n="103" d="100"/>
        </p:scale>
        <p:origin x="-19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154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 dirty="0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5592224" y="0"/>
            <a:ext cx="4278154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545281-DC67-4202-A19D-0544AF49671B}" type="datetimeFigureOut">
              <a:rPr lang="tr-TR" smtClean="0"/>
              <a:t>11.10.2020</a:t>
            </a:fld>
            <a:endParaRPr lang="tr-TR" dirty="0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3221038" y="514350"/>
            <a:ext cx="3430587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 dirty="0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987267" y="3257550"/>
            <a:ext cx="789813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4278154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5592224" y="6513910"/>
            <a:ext cx="4278154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B25413-CA8C-48A5-BF34-1A0EEAAE6C60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47458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>
          <a:xfrm>
            <a:off x="3221038" y="514350"/>
            <a:ext cx="3430587" cy="2571750"/>
          </a:xfrm>
        </p:spPr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4AA72-AC16-4335-9684-B0E851F65EB8}" type="slidenum">
              <a:rPr lang="tr-TR" smtClean="0"/>
              <a:t>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13795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11.10.2020</a:t>
            </a:fld>
            <a:endParaRPr lang="tr-TR" dirty="0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11.10.2020</a:t>
            </a:fld>
            <a:endParaRPr lang="tr-TR" dirty="0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11.10.2020</a:t>
            </a:fld>
            <a:endParaRPr lang="tr-TR" dirty="0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11.10.2020</a:t>
            </a:fld>
            <a:endParaRPr lang="tr-TR" dirty="0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11.10.2020</a:t>
            </a:fld>
            <a:endParaRPr lang="tr-TR" dirty="0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11.10.2020</a:t>
            </a:fld>
            <a:endParaRPr lang="tr-TR" dirty="0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11.10.2020</a:t>
            </a:fld>
            <a:endParaRPr lang="tr-TR" dirty="0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11.10.2020</a:t>
            </a:fld>
            <a:endParaRPr lang="tr-TR" dirty="0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 dirty="0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11.10.2020</a:t>
            </a:fld>
            <a:endParaRPr lang="tr-TR" dirty="0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11.10.2020</a:t>
            </a:fld>
            <a:endParaRPr lang="tr-TR" dirty="0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11.10.2020</a:t>
            </a:fld>
            <a:endParaRPr lang="tr-TR" dirty="0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720DD-5B6D-40BF-8493-A6B52D484E6B}" type="datetimeFigureOut">
              <a:rPr lang="tr-TR" smtClean="0"/>
              <a:t>11.10.2020</a:t>
            </a:fld>
            <a:endParaRPr lang="tr-TR" dirty="0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02176B-0E47-46AC-8F43-DAB4B8A37D06}" type="slidenum">
              <a:rPr lang="tr-TR" smtClean="0"/>
              <a:t>‹#›</a:t>
            </a:fld>
            <a:endParaRPr lang="tr-T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Düz Bağlayıcı 77"/>
          <p:cNvCxnSpPr/>
          <p:nvPr/>
        </p:nvCxnSpPr>
        <p:spPr>
          <a:xfrm>
            <a:off x="4546850" y="-224016"/>
            <a:ext cx="24598" cy="4157072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7" name="Dikdörtgen 2066"/>
          <p:cNvSpPr/>
          <p:nvPr/>
        </p:nvSpPr>
        <p:spPr>
          <a:xfrm>
            <a:off x="0" y="14763"/>
            <a:ext cx="1643335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TYT/AYT Matematik</a:t>
            </a:r>
            <a:endParaRPr lang="tr-TR" sz="15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62" name="Dikdörtgen 61"/>
          <p:cNvSpPr/>
          <p:nvPr/>
        </p:nvSpPr>
        <p:spPr>
          <a:xfrm>
            <a:off x="6616643" y="14763"/>
            <a:ext cx="170687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Yeni Nesil Sorularım</a:t>
            </a:r>
            <a:endParaRPr lang="tr-TR" sz="15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61" name="Dikdörtgen 60"/>
          <p:cNvSpPr/>
          <p:nvPr/>
        </p:nvSpPr>
        <p:spPr>
          <a:xfrm>
            <a:off x="3579523" y="14763"/>
            <a:ext cx="1324402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AHMET ÇELEN</a:t>
            </a:r>
            <a:endParaRPr lang="tr-TR" sz="15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114" name="Düz Bağlayıcı 113"/>
          <p:cNvCxnSpPr/>
          <p:nvPr/>
        </p:nvCxnSpPr>
        <p:spPr>
          <a:xfrm flipH="1">
            <a:off x="4563448" y="3745631"/>
            <a:ext cx="8000" cy="3099689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Beşgen 1"/>
          <p:cNvSpPr/>
          <p:nvPr/>
        </p:nvSpPr>
        <p:spPr>
          <a:xfrm>
            <a:off x="-36511" y="-27384"/>
            <a:ext cx="9166723" cy="540060"/>
          </a:xfrm>
          <a:prstGeom prst="homePlat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5" name="Dikdörtgen 4"/>
          <p:cNvSpPr/>
          <p:nvPr/>
        </p:nvSpPr>
        <p:spPr>
          <a:xfrm>
            <a:off x="-36511" y="4554"/>
            <a:ext cx="9070564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r>
              <a:rPr lang="tr-TR" sz="2000" b="1" dirty="0" smtClean="0">
                <a:ln>
                  <a:prstDash val="solid"/>
                </a:ln>
                <a:solidFill>
                  <a:schemeClr val="bg1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Parabol – Test </a:t>
            </a:r>
            <a:r>
              <a:rPr lang="tr-TR" sz="2000" b="1" dirty="0" smtClean="0">
                <a:ln>
                  <a:prstDash val="solid"/>
                </a:ln>
                <a:solidFill>
                  <a:schemeClr val="bg1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tr-TR" sz="2000" b="1" dirty="0" smtClean="0">
                <a:ln>
                  <a:prstDash val="solid"/>
                </a:ln>
                <a:solidFill>
                  <a:schemeClr val="bg1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(Video Çözümleri)          </a:t>
            </a:r>
            <a:r>
              <a:rPr lang="tr-TR" sz="2000" b="1" dirty="0" smtClean="0">
                <a:ln>
                  <a:prstDash val="solid"/>
                </a:ln>
                <a:solidFill>
                  <a:schemeClr val="bg1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         www.ahmetcelen.com.tr               </a:t>
            </a:r>
            <a:endParaRPr lang="tr-TR" sz="2000" b="1" dirty="0">
              <a:ln>
                <a:prstDash val="solid"/>
              </a:ln>
              <a:solidFill>
                <a:schemeClr val="bg1"/>
              </a:soli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9754" y="5589240"/>
            <a:ext cx="2527357" cy="1115411"/>
          </a:xfrm>
          <a:prstGeom prst="rect">
            <a:avLst/>
          </a:prstGeom>
        </p:spPr>
      </p:pic>
      <p:pic>
        <p:nvPicPr>
          <p:cNvPr id="3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8" y="566105"/>
            <a:ext cx="4286809" cy="2270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6554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5313</TotalTime>
  <Words>18</Words>
  <Application>Microsoft Office PowerPoint</Application>
  <PresentationFormat>Ekran Gösterisi (4:3)</PresentationFormat>
  <Paragraphs>5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</vt:i4>
      </vt:variant>
    </vt:vector>
  </HeadingPairs>
  <TitlesOfParts>
    <vt:vector size="2" baseType="lpstr">
      <vt:lpstr>Ofis Teması</vt:lpstr>
      <vt:lpstr>PowerPoint Sunusu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Pc</dc:creator>
  <cp:lastModifiedBy>Pc</cp:lastModifiedBy>
  <cp:revision>250</cp:revision>
  <cp:lastPrinted>2020-06-29T15:33:21Z</cp:lastPrinted>
  <dcterms:created xsi:type="dcterms:W3CDTF">2020-03-30T13:39:30Z</dcterms:created>
  <dcterms:modified xsi:type="dcterms:W3CDTF">2020-10-11T15:45:46Z</dcterms:modified>
</cp:coreProperties>
</file>