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Orta Stil 4 - Vurgu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Orta Stil 4 - Vurgu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Orta Stil 2 - Vurgu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-2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720DD-5B6D-40BF-8493-A6B52D484E6B}" type="datetimeFigureOut">
              <a:rPr lang="tr-TR" smtClean="0"/>
              <a:t>11.10.2020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o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860647"/>
              </p:ext>
            </p:extLst>
          </p:nvPr>
        </p:nvGraphicFramePr>
        <p:xfrm>
          <a:off x="0" y="0"/>
          <a:ext cx="9144000" cy="3429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857250"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PAZARTESİ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SALI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ÇARŞAMBA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PERŞEMBE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CUMA</a:t>
                      </a:r>
                      <a:endParaRPr lang="tr-TR" dirty="0"/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09.00  -  Sarmal</a:t>
                      </a:r>
                      <a:r>
                        <a:rPr lang="tr-TR" sz="1000" baseline="0" noProof="1" smtClean="0"/>
                        <a:t> Problem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10.00–11.00 Aydın 2 Test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12.00 – 14.00 Geometri</a:t>
                      </a: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09.00  -  Biyoloji</a:t>
                      </a:r>
                      <a:endParaRPr lang="tr-TR" sz="1000" baseline="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10.00–11.00 Aydın 2 Test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12.00 – 14.00 Geometri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09.00  -  Sarmal</a:t>
                      </a:r>
                      <a:r>
                        <a:rPr lang="tr-TR" sz="1000" baseline="0" noProof="1" smtClean="0"/>
                        <a:t> Problem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10.00–11.00 Aydın 2 Test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12.00 – 14.00 Geometri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09.00  -  Biyoloji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10.00–11.00 Aydın 2 Test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12.00 – 14.00 Geometri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09.00  -  Sarmal</a:t>
                      </a:r>
                      <a:r>
                        <a:rPr lang="tr-TR" sz="1000" baseline="0" noProof="1" smtClean="0"/>
                        <a:t> Problem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10.00–11.00 Aydın 2 Test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tr-TR" sz="1000" noProof="1"/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15.00 TYT</a:t>
                      </a:r>
                      <a:r>
                        <a:rPr lang="tr-TR" sz="1000" baseline="0" noProof="1" smtClean="0"/>
                        <a:t> Fizik Madde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ÇEKAP Videolar</a:t>
                      </a:r>
                    </a:p>
                    <a:p>
                      <a:pPr marL="171450" indent="-1714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16.00 TYT Fizik 345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İlgili Testler</a:t>
                      </a:r>
                      <a:endParaRPr lang="tr-TR" sz="1000" baseline="0" noProof="1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Palme</a:t>
                      </a:r>
                      <a:r>
                        <a:rPr lang="tr-TR" sz="1000" baseline="0" noProof="1" smtClean="0"/>
                        <a:t> 3 Modern 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Atom Testi</a:t>
                      </a:r>
                    </a:p>
                    <a:p>
                      <a:pPr marL="171450" indent="-1714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Denemede yapamadığın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Matematik sorularına bak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Denemede yapamadığım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noProof="1" smtClean="0"/>
                        <a:t>Tüm soruları</a:t>
                      </a:r>
                      <a:r>
                        <a:rPr lang="tr-TR" sz="1000" baseline="0" noProof="1" smtClean="0"/>
                        <a:t> artık bitir</a:t>
                      </a:r>
                      <a:br>
                        <a:rPr lang="tr-TR" sz="1000" baseline="0" noProof="1" smtClean="0"/>
                      </a:br>
                      <a:r>
                        <a:rPr lang="tr-TR" sz="1000" baseline="0" noProof="1" smtClean="0"/>
                        <a:t>kapat defteri canım</a:t>
                      </a: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Vektörler</a:t>
                      </a:r>
                      <a:r>
                        <a:rPr lang="tr-TR" sz="1000" baseline="0" noProof="1" smtClean="0"/>
                        <a:t> 345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AYT Fizik Bitir</a:t>
                      </a:r>
                    </a:p>
                    <a:p>
                      <a:pPr marL="171450" indent="-1714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Benim Hocam Vektör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Kalan Bir Testi Bitir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Aydın Mol Testleri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Gerekirse</a:t>
                      </a:r>
                      <a:r>
                        <a:rPr lang="tr-TR" sz="1000" baseline="0" noProof="1" smtClean="0"/>
                        <a:t> bir konu anlatımı izle</a:t>
                      </a:r>
                      <a:endParaRPr lang="tr-TR" sz="1000" noProof="1" smtClean="0"/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19.00</a:t>
                      </a:r>
                      <a:r>
                        <a:rPr lang="tr-TR" sz="1000" baseline="0" noProof="1" smtClean="0"/>
                        <a:t> Apotemi Fonksiyonlar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21.30 Apotemi İntegral</a:t>
                      </a: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19.00</a:t>
                      </a:r>
                      <a:r>
                        <a:rPr lang="tr-TR" sz="1000" baseline="0" noProof="1" smtClean="0"/>
                        <a:t> Apotemi Fonksiyonlar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21.30 Apotemi İntegral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19.00</a:t>
                      </a:r>
                      <a:r>
                        <a:rPr lang="tr-TR" sz="1000" baseline="0" noProof="1" smtClean="0"/>
                        <a:t> Apotemi Fonksiyonlar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21.30 Apotemi İntegral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19.00</a:t>
                      </a:r>
                      <a:r>
                        <a:rPr lang="tr-TR" sz="1000" baseline="0" noProof="1" smtClean="0"/>
                        <a:t> Apotemi Fonksiyonlar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21.30 Apotemi İntegral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19.00</a:t>
                      </a:r>
                      <a:r>
                        <a:rPr lang="tr-TR" sz="1000" baseline="0" noProof="1" smtClean="0"/>
                        <a:t> Apotemi Fonksiyonlar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21.30 Apotemi İntegral</a:t>
                      </a: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o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657404"/>
              </p:ext>
            </p:extLst>
          </p:nvPr>
        </p:nvGraphicFramePr>
        <p:xfrm>
          <a:off x="-19801" y="3429000"/>
          <a:ext cx="9163800" cy="342900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32760"/>
                <a:gridCol w="1832760"/>
                <a:gridCol w="1832760"/>
                <a:gridCol w="1832760"/>
                <a:gridCol w="1832760"/>
              </a:tblGrid>
              <a:tr h="683359"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CUMARTESİ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tr-TR" dirty="0" smtClean="0"/>
                    </a:p>
                    <a:p>
                      <a:pPr algn="ctr"/>
                      <a:r>
                        <a:rPr lang="tr-TR" dirty="0" smtClean="0"/>
                        <a:t>PAZAR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12 EKİM 2020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18 EKİM 2020 ARASI</a:t>
                      </a:r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r-TR" dirty="0" smtClean="0"/>
                        <a:t>ÇALIŞMA PROGRAMI</a:t>
                      </a:r>
                      <a:endParaRPr lang="tr-TR" dirty="0"/>
                    </a:p>
                  </a:txBody>
                  <a:tcPr/>
                </a:tc>
              </a:tr>
              <a:tr h="915214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09.00  -  Sarmal</a:t>
                      </a:r>
                      <a:r>
                        <a:rPr lang="tr-TR" sz="1000" baseline="0" noProof="1" smtClean="0"/>
                        <a:t> Problem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10.00–11.00 Aydın 2 Test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12.00 – 14.00 Geometri</a:t>
                      </a: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10.00 – PUSULA3 TYT Denemesi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12.15 Denem Bitişi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endParaRPr lang="tr-TR" sz="1000" noProof="1"/>
                    </a:p>
                  </a:txBody>
                  <a:tcPr/>
                </a:tc>
              </a:tr>
              <a:tr h="915214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Aydın Mol Testleri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Bitir ve Konu Anlatımı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Dinle (Sürtme günü değilse)</a:t>
                      </a:r>
                      <a:endParaRPr lang="tr-TR" sz="1000" baseline="0" noProof="1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Arar ver 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Deneme yapamadıklarını</a:t>
                      </a:r>
                    </a:p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tr-TR" sz="1000" baseline="0" noProof="1" smtClean="0"/>
                        <a:t>öğren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baseline="0" noProof="1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</a:txBody>
                  <a:tcPr/>
                </a:tc>
              </a:tr>
              <a:tr h="915214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19.00</a:t>
                      </a:r>
                      <a:r>
                        <a:rPr lang="tr-TR" sz="1000" baseline="0" noProof="1" smtClean="0"/>
                        <a:t> Apotemi Fonksiyonlar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baseline="0" noProof="1" smtClean="0"/>
                        <a:t>21.30 Apotemi İntegral</a:t>
                      </a: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 smtClean="0"/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tr-TR" sz="1000" noProof="1" smtClean="0"/>
                        <a:t>Geceye</a:t>
                      </a:r>
                      <a:r>
                        <a:rPr lang="tr-TR" sz="1000" baseline="0" noProof="1" smtClean="0"/>
                        <a:t> doğru kafanı dağıt ve haftanın programını hazırla </a:t>
                      </a:r>
                      <a:r>
                        <a:rPr lang="tr-TR" sz="1000" baseline="0" noProof="1" smtClean="0">
                          <a:sym typeface="Wingdings" panose="05000000000000000000" pitchFamily="2" charset="2"/>
                        </a:rPr>
                        <a:t></a:t>
                      </a: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endParaRPr lang="tr-TR" sz="1000" noProof="1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22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201</Words>
  <Application>Microsoft Office PowerPoint</Application>
  <PresentationFormat>Ekran Gösterisi (4:3)</PresentationFormat>
  <Paragraphs>92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2" baseType="lpstr">
      <vt:lpstr>Ofis Teması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Pc</dc:creator>
  <cp:lastModifiedBy>Pc</cp:lastModifiedBy>
  <cp:revision>5</cp:revision>
  <dcterms:created xsi:type="dcterms:W3CDTF">2020-10-05T21:42:23Z</dcterms:created>
  <dcterms:modified xsi:type="dcterms:W3CDTF">2020-10-11T20:03:14Z</dcterms:modified>
</cp:coreProperties>
</file>